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If I leave you with three things: get it right the first time, keep a person deciding, and prove it before we widen it. I'm happy to take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"/>
          <p:cNvSpPr/>
          <p:nvPr/>
        </p:nvSpPr>
        <p:spPr>
          <a:xfrm>
            <a:off x="0" y="0"/>
            <a:ext cx="5669280" cy="6858000"/>
          </a:xfrm>
          <a:prstGeom prst="roundRect">
            <a:avLst/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3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DECISION SUPPORT</a:t>
            </a:r>
            <a:endParaRPr lang="en-US" sz="1100" dirty="0"/>
          </a:p>
        </p:txBody>
      </p:sp>
      <p:sp>
        <p:nvSpPr>
          <p:cNvPr id="4" name="Thanks"/>
          <p:cNvSpPr txBox="1"/>
          <p:nvPr/>
        </p:nvSpPr>
        <p:spPr>
          <a:xfrm>
            <a:off x="64008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5" name="Q"/>
          <p:cNvSpPr txBox="1"/>
          <p:nvPr/>
        </p:nvSpPr>
        <p:spPr>
          <a:xfrm>
            <a:off x="64008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3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take your questions.</a:t>
            </a:r>
            <a:endParaRPr lang="en-US" sz="1800" dirty="0"/>
          </a:p>
        </p:txBody>
      </p:sp>
      <p:sp>
        <p:nvSpPr>
          <p:cNvPr id="6" name="Name"/>
          <p:cNvSpPr txBox="1"/>
          <p:nvPr/>
        </p:nvSpPr>
        <p:spPr>
          <a:xfrm>
            <a:off x="640080" y="6035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Mishra</a:t>
            </a:r>
            <a:endParaRPr lang="en-US" sz="1200" dirty="0"/>
          </a:p>
        </p:txBody>
      </p:sp>
      <p:sp>
        <p:nvSpPr>
          <p:cNvPr id="7" name="Head"/>
          <p:cNvSpPr txBox="1"/>
          <p:nvPr/>
        </p:nvSpPr>
        <p:spPr>
          <a:xfrm>
            <a:off x="630936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1100" dirty="0"/>
          </a:p>
        </p:txBody>
      </p:sp>
      <p:sp>
        <p:nvSpPr>
          <p:cNvPr id="8" name="N0"/>
          <p:cNvSpPr/>
          <p:nvPr/>
        </p:nvSpPr>
        <p:spPr>
          <a:xfrm>
            <a:off x="6309360" y="1920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3F0EB"/>
          </a:solidFill>
          <a:ln w="12700">
            <a:solidFill>
              <a:srgbClr val="1F6F5C"/>
            </a:solidFill>
          </a:ln>
        </p:spPr>
        <p:txBody>
          <a:bodyPr wrap="square" lIns="109728" tIns="54864" rIns="109728" bIns="5486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P0"/>
          <p:cNvSpPr txBox="1"/>
          <p:nvPr/>
        </p:nvSpPr>
        <p:spPr>
          <a:xfrm>
            <a:off x="7086600" y="1874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first time.</a:t>
            </a:r>
            <a:endParaRPr lang="en-US" sz="20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pends, faster answers, less back and forth.</a:t>
            </a:r>
            <a:endParaRPr lang="en-US" sz="2000" dirty="0"/>
          </a:p>
        </p:txBody>
      </p:sp>
      <p:sp>
        <p:nvSpPr>
          <p:cNvPr id="10" name="N1"/>
          <p:cNvSpPr/>
          <p:nvPr/>
        </p:nvSpPr>
        <p:spPr>
          <a:xfrm>
            <a:off x="6309360" y="3154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3F0EB"/>
          </a:solidFill>
          <a:ln w="12700">
            <a:solidFill>
              <a:srgbClr val="1F6F5C"/>
            </a:solidFill>
          </a:ln>
        </p:spPr>
        <p:txBody>
          <a:bodyPr wrap="square" lIns="109728" tIns="54864" rIns="109728" bIns="5486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P1"/>
          <p:cNvSpPr txBox="1"/>
          <p:nvPr/>
        </p:nvSpPr>
        <p:spPr>
          <a:xfrm>
            <a:off x="7086600" y="31089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 decides.</a:t>
            </a:r>
            <a:endParaRPr lang="en-US" sz="20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recommends with evidence. It never denies.</a:t>
            </a:r>
            <a:endParaRPr lang="en-US" sz="2000" dirty="0"/>
          </a:p>
        </p:txBody>
      </p:sp>
      <p:sp>
        <p:nvSpPr>
          <p:cNvPr id="12" name="N2"/>
          <p:cNvSpPr/>
          <p:nvPr/>
        </p:nvSpPr>
        <p:spPr>
          <a:xfrm>
            <a:off x="6309360" y="4389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3F0EB"/>
          </a:solidFill>
          <a:ln w="12700">
            <a:solidFill>
              <a:srgbClr val="1F6F5C"/>
            </a:solidFill>
          </a:ln>
        </p:spPr>
        <p:txBody>
          <a:bodyPr wrap="square" lIns="109728" tIns="54864" rIns="109728" bIns="5486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2"/>
          <p:cNvSpPr txBox="1"/>
          <p:nvPr/>
        </p:nvSpPr>
        <p:spPr>
          <a:xfrm>
            <a:off x="7086600" y="43434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it, then widen it.</a:t>
            </a:r>
            <a:endParaRPr lang="en-US" sz="20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first. Then more services. Then the member.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</dc:title>
  <dc:subject>PptxGenJS Presentation</dc:subject>
  <dc:creator>Nisha Mishra</dc:creator>
  <cp:lastModifiedBy>Nisha Mishra</cp:lastModifiedBy>
  <cp:revision>1</cp:revision>
  <dcterms:created xsi:type="dcterms:W3CDTF">2026-10-07T03:39:45Z</dcterms:created>
  <dcterms:modified xsi:type="dcterms:W3CDTF">2026-10-07T03:39:45Z</dcterms:modified>
</cp:coreProperties>
</file>