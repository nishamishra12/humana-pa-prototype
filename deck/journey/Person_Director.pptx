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One click per step. Finish your talking point, then click.
Click 1: The case arrives in the director's queue, sorted by the clock, with the evidence and the nurse's note already attached.
Click 2: The director reads which rules were not met, and the page and sentence behind each one.
Click 3: They decide. They can approve. They can deny, and a denial needs a written reason. Or they can send the case back to the nurse, with a reason. Only a medical director can deny.
Click 4: The decision, the reason and who made it are recorded in the audit trail.
Click 5: The case closes. If it was sent back, it returns to the nurse's queue with the director's reason.
Click 6: The director owns any denial. Only a medical director can deny, and they write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DIRECTOR  ·  PART 2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director decides the hard cases.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8412480" y="50292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person who can deny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 data is made up. The AI reads, drafts and cites. A person decides.</a:t>
            </a:r>
            <a:endParaRPr lang="en-US" sz="900" dirty="0"/>
          </a:p>
        </p:txBody>
      </p:sp>
      <p:sp>
        <p:nvSpPr>
          <p:cNvPr id="6" name="Lane0"/>
          <p:cNvSpPr/>
          <p:nvPr/>
        </p:nvSpPr>
        <p:spPr>
          <a:xfrm>
            <a:off x="457200" y="1371600"/>
            <a:ext cx="11274552" cy="1965960"/>
          </a:xfrm>
          <a:prstGeom prst="roundRect">
            <a:avLst>
              <a:gd name="adj" fmla="val 4651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pic>
        <p:nvPicPr>
          <p:cNvPr id="7" name="Av_m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411480" cy="411480"/>
          </a:xfrm>
          <a:prstGeom prst="rect">
            <a:avLst/>
          </a:prstGeom>
        </p:spPr>
      </p:pic>
      <p:sp>
        <p:nvSpPr>
          <p:cNvPr id="8" name="LaneLb0"/>
          <p:cNvSpPr txBox="1"/>
          <p:nvPr/>
        </p:nvSpPr>
        <p:spPr>
          <a:xfrm>
            <a:off x="1069848" y="1481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</a:t>
            </a:r>
            <a:endParaRPr lang="en-US" sz="1100" dirty="0"/>
          </a:p>
        </p:txBody>
      </p:sp>
      <p:sp>
        <p:nvSpPr>
          <p:cNvPr id="9" name="Lane1"/>
          <p:cNvSpPr/>
          <p:nvPr/>
        </p:nvSpPr>
        <p:spPr>
          <a:xfrm>
            <a:off x="457200" y="3429000"/>
            <a:ext cx="11274552" cy="1965960"/>
          </a:xfrm>
          <a:prstGeom prst="roundRect">
            <a:avLst>
              <a:gd name="adj" fmla="val 4651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pic>
        <p:nvPicPr>
          <p:cNvPr id="10" name="Av_a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20440"/>
            <a:ext cx="411480" cy="411480"/>
          </a:xfrm>
          <a:prstGeom prst="rect">
            <a:avLst/>
          </a:prstGeom>
        </p:spPr>
      </p:pic>
      <p:sp>
        <p:nvSpPr>
          <p:cNvPr id="11" name="LaneLb1"/>
          <p:cNvSpPr txBox="1"/>
          <p:nvPr/>
        </p:nvSpPr>
        <p:spPr>
          <a:xfrm>
            <a:off x="1069848" y="3538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DESK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code</a:t>
            </a:r>
            <a:endParaRPr lang="en-US" sz="1100" dirty="0"/>
          </a:p>
        </p:txBody>
      </p:sp>
      <p:sp>
        <p:nvSpPr>
          <p:cNvPr id="12" name="S0"/>
          <p:cNvSpPr/>
          <p:nvPr/>
        </p:nvSpPr>
        <p:spPr>
          <a:xfrm>
            <a:off x="1024128" y="4069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arrives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evidence and the nurse's note</a:t>
            </a:r>
            <a:endParaRPr lang="en-US" sz="850" dirty="0"/>
          </a:p>
        </p:txBody>
      </p:sp>
      <p:sp>
        <p:nvSpPr>
          <p:cNvPr id="13" name="B0"/>
          <p:cNvSpPr/>
          <p:nvPr/>
        </p:nvSpPr>
        <p:spPr>
          <a:xfrm>
            <a:off x="1033272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c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arrives in the director's queue, sorted by the clock, with the evidence and the nurse's note.</a:t>
            </a:r>
            <a:endParaRPr lang="en-US" sz="1600" dirty="0"/>
          </a:p>
        </p:txBody>
      </p:sp>
      <p:sp>
        <p:nvSpPr>
          <p:cNvPr id="15" name="S1"/>
          <p:cNvSpPr/>
          <p:nvPr/>
        </p:nvSpPr>
        <p:spPr>
          <a:xfrm>
            <a:off x="3099816" y="20116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evidence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are not met, and the page behind each</a:t>
            </a:r>
            <a:endParaRPr lang="en-US" sz="850" dirty="0"/>
          </a:p>
        </p:txBody>
      </p:sp>
      <p:sp>
        <p:nvSpPr>
          <p:cNvPr id="16" name="B1"/>
          <p:cNvSpPr/>
          <p:nvPr/>
        </p:nvSpPr>
        <p:spPr>
          <a:xfrm>
            <a:off x="3108960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A1a"/>
          <p:cNvSpPr/>
          <p:nvPr/>
        </p:nvSpPr>
        <p:spPr>
          <a:xfrm>
            <a:off x="2871216" y="46863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18" name="A1b"/>
          <p:cNvSpPr/>
          <p:nvPr/>
        </p:nvSpPr>
        <p:spPr>
          <a:xfrm>
            <a:off x="2976372" y="2628900"/>
            <a:ext cx="0" cy="205740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19" name="A1c"/>
          <p:cNvSpPr/>
          <p:nvPr/>
        </p:nvSpPr>
        <p:spPr>
          <a:xfrm>
            <a:off x="2976372" y="26289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0" name="c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reads which rules were not met, and the page behind each one.</a:t>
            </a:r>
            <a:endParaRPr lang="en-US" sz="1600" dirty="0"/>
          </a:p>
        </p:txBody>
      </p:sp>
      <p:sp>
        <p:nvSpPr>
          <p:cNvPr id="21" name="S2"/>
          <p:cNvSpPr/>
          <p:nvPr/>
        </p:nvSpPr>
        <p:spPr>
          <a:xfrm>
            <a:off x="5175504" y="20116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Approve. Deny with a reason. Or send back.</a:t>
            </a:r>
            <a:endParaRPr lang="en-US" sz="850" dirty="0"/>
          </a:p>
        </p:txBody>
      </p:sp>
      <p:sp>
        <p:nvSpPr>
          <p:cNvPr id="22" name="B2"/>
          <p:cNvSpPr/>
          <p:nvPr/>
        </p:nvSpPr>
        <p:spPr>
          <a:xfrm>
            <a:off x="5184648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A2a"/>
          <p:cNvSpPr/>
          <p:nvPr/>
        </p:nvSpPr>
        <p:spPr>
          <a:xfrm>
            <a:off x="4946904" y="2628900"/>
            <a:ext cx="21031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4" name="c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decide. Approve. Deny, with a written reason. Or send it back to the nurse, with a reason.</a:t>
            </a:r>
            <a:endParaRPr lang="en-US" sz="1600" dirty="0"/>
          </a:p>
        </p:txBody>
      </p:sp>
      <p:sp>
        <p:nvSpPr>
          <p:cNvPr id="25" name="S3"/>
          <p:cNvSpPr/>
          <p:nvPr/>
        </p:nvSpPr>
        <p:spPr>
          <a:xfrm>
            <a:off x="7251192" y="4069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it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decision, the reason, who decided</a:t>
            </a:r>
            <a:endParaRPr lang="en-US" sz="850" dirty="0"/>
          </a:p>
        </p:txBody>
      </p:sp>
      <p:sp>
        <p:nvSpPr>
          <p:cNvPr id="26" name="B3"/>
          <p:cNvSpPr/>
          <p:nvPr/>
        </p:nvSpPr>
        <p:spPr>
          <a:xfrm>
            <a:off x="7260336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A3a"/>
          <p:cNvSpPr/>
          <p:nvPr/>
        </p:nvSpPr>
        <p:spPr>
          <a:xfrm>
            <a:off x="7022592" y="26289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28" name="A3b"/>
          <p:cNvSpPr/>
          <p:nvPr/>
        </p:nvSpPr>
        <p:spPr>
          <a:xfrm>
            <a:off x="7127748" y="2628900"/>
            <a:ext cx="0" cy="205740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29" name="A3c"/>
          <p:cNvSpPr/>
          <p:nvPr/>
        </p:nvSpPr>
        <p:spPr>
          <a:xfrm>
            <a:off x="7127748" y="46863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0" name="c4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decision, the reason and who decided are recorded in the audit trail.</a:t>
            </a:r>
            <a:endParaRPr lang="en-US" sz="1600" dirty="0"/>
          </a:p>
        </p:txBody>
      </p:sp>
      <p:sp>
        <p:nvSpPr>
          <p:cNvPr id="31" name="S4"/>
          <p:cNvSpPr/>
          <p:nvPr/>
        </p:nvSpPr>
        <p:spPr>
          <a:xfrm>
            <a:off x="9326880" y="40690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or returns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nurse if sent back</a:t>
            </a:r>
            <a:endParaRPr lang="en-US" sz="850" dirty="0"/>
          </a:p>
        </p:txBody>
      </p:sp>
      <p:sp>
        <p:nvSpPr>
          <p:cNvPr id="32" name="B4"/>
          <p:cNvSpPr/>
          <p:nvPr/>
        </p:nvSpPr>
        <p:spPr>
          <a:xfrm>
            <a:off x="9336024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A4a"/>
          <p:cNvSpPr/>
          <p:nvPr/>
        </p:nvSpPr>
        <p:spPr>
          <a:xfrm>
            <a:off x="9098280" y="4686300"/>
            <a:ext cx="21031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4" name="c5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closes, or returns to the nurse if it was sent back.</a:t>
            </a:r>
            <a:endParaRPr lang="en-US" sz="1600" dirty="0"/>
          </a:p>
        </p:txBody>
      </p:sp>
      <p:sp>
        <p:nvSpPr>
          <p:cNvPr id="35" name="c6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owns any denial. Only they can deny.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 animBg="1"/>
      <p:bldP spid="20" grpId="0"/>
      <p:bldP spid="21" grpId="0" animBg="1"/>
      <p:bldP spid="22" grpId="0" animBg="1"/>
      <p:bldP spid="24" grpId="0"/>
      <p:bldP spid="25" grpId="0" animBg="1"/>
      <p:bldP spid="26" grpId="0" animBg="1"/>
      <p:bldP spid="30" grpId="0"/>
      <p:bldP spid="31" grpId="0" animBg="1"/>
      <p:bldP spid="32" grpId="0" animBg="1"/>
      <p:bldP spid="34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medical director</dc:title>
  <dc:subject>PptxGenJS Presentation</dc:subject>
  <dc:creator>Nisha Mishra</dc:creator>
  <cp:lastModifiedBy>Nisha Mishra</cp:lastModifiedBy>
  <cp:revision>1</cp:revision>
  <dcterms:created xsi:type="dcterms:W3CDTF">2026-10-05T19:03:49Z</dcterms:created>
  <dcterms:modified xsi:type="dcterms:W3CDTF">2026-10-05T19:03:49Z</dcterms:modified>
</cp:coreProperties>
</file>