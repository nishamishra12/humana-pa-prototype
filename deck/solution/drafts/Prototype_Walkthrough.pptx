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slide. One click per step. Finish the talking point, then click.
Click 1: This is what I will show. First, the intake coordinator and the nurse. Intake uploads a packet. The nurse sees every detail with its page and the exact sentence it came from, and a recommendation the nurse can confirm, pend with one question, or escalate.
Click 2: Second, the policy owner. This is the part that keeps the whole product honest. Requests without a policy shows what to onboard next. The owner adds a service, drafts and reviews a policy, and publishes. A service starts as planned, then pilot, then live. Every step is in an audit trail.
Click 3: Third, the medical director. Only the hard cases reach them, with the evidence already attached. They are the only role that can deny, and a denial needs a written reason.
Click 4: Now how we watch it. Every packet is a trace in Honeycomb. Each step is timed: reading the pages, the details, the evidence, the rules. If a step slows down or fails, it shows at once. One board holds the numbers that matter.
Click 5: And the operations dashboard. The live page refreshes every few seconds as cases move through the product. It reads the same events as Honeycomb, so the two agree. The link I shared is a snapshot for reading afterwards. I will move a case in the prototype and you can watch the numbers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100" dirty="0"/>
          </a:p>
        </p:txBody>
      </p:sp>
      <p:sp>
        <p:nvSpPr>
          <p:cNvPr id="3" name="heading"/>
          <p:cNvSpPr txBox="1"/>
          <p:nvPr/>
        </p:nvSpPr>
        <p:spPr>
          <a:xfrm>
            <a:off x="45720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you are about to see.</a:t>
            </a:r>
            <a:endParaRPr lang="en-US" sz="2600" dirty="0"/>
          </a:p>
        </p:txBody>
      </p:sp>
      <p:sp>
        <p:nvSpPr>
          <p:cNvPr id="4" name="sub"/>
          <p:cNvSpPr txBox="1"/>
          <p:nvPr/>
        </p:nvSpPr>
        <p:spPr>
          <a:xfrm>
            <a:off x="7498080" y="502920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persona, and how we watch it run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data is made up. The shared dashboard link is a snapshot. The live operations page refreshes every few seconds.</a:t>
            </a:r>
            <a:endParaRPr lang="en-US" sz="900" dirty="0"/>
          </a:p>
        </p:txBody>
      </p:sp>
      <p:sp>
        <p:nvSpPr>
          <p:cNvPr id="6" name="T1"/>
          <p:cNvSpPr/>
          <p:nvPr/>
        </p:nvSpPr>
        <p:spPr>
          <a:xfrm>
            <a:off x="457200" y="137160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182880" tIns="164592" rIns="182880" bIns="73152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AND NURSE</a:t>
            </a:r>
            <a:endParaRPr lang="en-US" sz="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read, decide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Intake uploads a packet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nurse sees every detail with its page and sentence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Approve, ask the provider one question, or escalate</a:t>
            </a:r>
            <a:endParaRPr lang="en-US" sz="900" dirty="0"/>
          </a:p>
        </p:txBody>
      </p:sp>
      <p:sp>
        <p:nvSpPr>
          <p:cNvPr id="7" name="T1n"/>
          <p:cNvSpPr/>
          <p:nvPr/>
        </p:nvSpPr>
        <p:spPr>
          <a:xfrm>
            <a:off x="502920" y="12161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2"/>
          <p:cNvSpPr/>
          <p:nvPr/>
        </p:nvSpPr>
        <p:spPr>
          <a:xfrm>
            <a:off x="4279392" y="137160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182880" tIns="164592" rIns="182880" bIns="73152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OWNER</a:t>
            </a:r>
            <a:endParaRPr lang="en-US" sz="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library right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Requests without a policy shows what to onboard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service, draft and review a policy, publish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Planned, pilot, live. Every step in an audit trail</a:t>
            </a:r>
            <a:endParaRPr lang="en-US" sz="900" dirty="0"/>
          </a:p>
        </p:txBody>
      </p:sp>
      <p:sp>
        <p:nvSpPr>
          <p:cNvPr id="9" name="T2n"/>
          <p:cNvSpPr/>
          <p:nvPr/>
        </p:nvSpPr>
        <p:spPr>
          <a:xfrm>
            <a:off x="4325112" y="12161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3"/>
          <p:cNvSpPr/>
          <p:nvPr/>
        </p:nvSpPr>
        <p:spPr>
          <a:xfrm>
            <a:off x="8101584" y="137160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182880" tIns="164592" rIns="182880" bIns="73152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hard cases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Escalated cases arrive with the evidence attached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only role that can deny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denial needs a written reason</a:t>
            </a:r>
            <a:endParaRPr lang="en-US" sz="900" dirty="0"/>
          </a:p>
        </p:txBody>
      </p:sp>
      <p:sp>
        <p:nvSpPr>
          <p:cNvPr id="11" name="T3n"/>
          <p:cNvSpPr/>
          <p:nvPr/>
        </p:nvSpPr>
        <p:spPr>
          <a:xfrm>
            <a:off x="8147304" y="12161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4"/>
          <p:cNvSpPr/>
          <p:nvPr/>
        </p:nvSpPr>
        <p:spPr>
          <a:xfrm>
            <a:off x="457200" y="3886200"/>
            <a:ext cx="5541264" cy="2377440"/>
          </a:xfrm>
          <a:prstGeom prst="roundRect">
            <a:avLst>
              <a:gd name="adj" fmla="val 3846"/>
            </a:avLst>
          </a:prstGeom>
          <a:solidFill>
            <a:srgbClr val="E3F0EB"/>
          </a:solidFill>
          <a:ln w="15875">
            <a:solidFill>
              <a:srgbClr val="1F6F5C"/>
            </a:solidFill>
          </a:ln>
        </p:spPr>
        <p:txBody>
          <a:bodyPr wrap="square" lIns="182880" tIns="164592" rIns="182880" bIns="73152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spc="15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HONEYCOMB</a:t>
            </a:r>
            <a:endParaRPr lang="en-US" sz="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packet is a trace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step is timed: reading, details, evidence, rules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board shows the numbers that matter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Traces arrive as cases move, so a slow or failing step shows at once</a:t>
            </a:r>
            <a:endParaRPr lang="en-US" sz="900" dirty="0"/>
          </a:p>
        </p:txBody>
      </p:sp>
      <p:sp>
        <p:nvSpPr>
          <p:cNvPr id="13" name="T4n"/>
          <p:cNvSpPr/>
          <p:nvPr/>
        </p:nvSpPr>
        <p:spPr>
          <a:xfrm>
            <a:off x="502920" y="3730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5"/>
          <p:cNvSpPr/>
          <p:nvPr/>
        </p:nvSpPr>
        <p:spPr>
          <a:xfrm>
            <a:off x="6190488" y="3886200"/>
            <a:ext cx="5541264" cy="2377440"/>
          </a:xfrm>
          <a:prstGeom prst="roundRect">
            <a:avLst>
              <a:gd name="adj" fmla="val 3846"/>
            </a:avLst>
          </a:prstGeom>
          <a:solidFill>
            <a:srgbClr val="E3F0EB"/>
          </a:solidFill>
          <a:ln w="15875">
            <a:solidFill>
              <a:srgbClr val="1F6F5C"/>
            </a:solidFill>
          </a:ln>
        </p:spPr>
        <p:txBody>
          <a:bodyPr wrap="square" lIns="182880" tIns="164592" rIns="182880" bIns="73152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spc="15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  <a:endParaRPr lang="en-US" sz="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stays live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live page refreshes every few seconds as cases move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 reads the same events, so Honeycomb and the dashboard agree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shared link is a snapshot for reading afterwards</a:t>
            </a:r>
            <a:endParaRPr lang="en-US" sz="900" dirty="0"/>
          </a:p>
        </p:txBody>
      </p:sp>
      <p:sp>
        <p:nvSpPr>
          <p:cNvPr id="15" name="T5n"/>
          <p:cNvSpPr/>
          <p:nvPr/>
        </p:nvSpPr>
        <p:spPr>
          <a:xfrm>
            <a:off x="6236208" y="3730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Walking through the prototype</dc:title>
  <dc:subject>PptxGenJS Presentation</dc:subject>
  <dc:creator>Nisha Mishra</dc:creator>
  <cp:lastModifiedBy>Nisha Mishra</cp:lastModifiedBy>
  <cp:revision>1</cp:revision>
  <dcterms:created xsi:type="dcterms:W3CDTF">2026-10-04T22:26:03Z</dcterms:created>
  <dcterms:modified xsi:type="dcterms:W3CDTF">2026-10-04T22:26:03Z</dcterms:modified>
</cp:coreProperties>
</file>